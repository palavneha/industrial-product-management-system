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2286000"/>
            <a:ext cx="10058400" cy="1097280"/>
          </a:xfrm>
          <a:prstGeom prst="rect">
            <a:avLst/>
          </a:prstGeom>
          <a:noFill/>
        </p:spPr>
        <p:txBody>
          <a:bodyPr wrap="none">
            <a:spAutoFit/>
          </a:bodyPr>
          <a:lstStyle/>
          <a:p>
            <a:pPr>
              <a:defRPr sz="4000" b="1">
                <a:solidFill>
                  <a:srgbClr val="FDFCFB"/>
                </a:solidFill>
              </a:defRPr>
            </a:pPr>
            <a:r>
              <a:t>Trident Services Pvt Ltd</a:t>
            </a:r>
          </a:p>
        </p:txBody>
      </p:sp>
      <p:sp>
        <p:nvSpPr>
          <p:cNvPr id="3" name="TextBox 2"/>
          <p:cNvSpPr txBox="1"/>
          <p:nvPr/>
        </p:nvSpPr>
        <p:spPr>
          <a:xfrm>
            <a:off x="914400" y="3474720"/>
            <a:ext cx="10058400" cy="548640"/>
          </a:xfrm>
          <a:prstGeom prst="rect">
            <a:avLst/>
          </a:prstGeom>
          <a:noFill/>
        </p:spPr>
        <p:txBody>
          <a:bodyPr wrap="none">
            <a:spAutoFit/>
          </a:bodyPr>
          <a:lstStyle/>
          <a:p>
            <a:pPr>
              <a:defRPr sz="1800">
                <a:solidFill>
                  <a:srgbClr val="C5CFD1"/>
                </a:solidFill>
              </a:defRPr>
            </a:pPr>
            <a:r>
              <a:t>Authorized Cummins Dealer | Proposal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Tender Requirements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The Western Railway tender is seeking a contractor to provide a 250 KVA compact packaged substation, including a 22 KV SF6 ring main unit, dry type cast resin transformer, and low voltage switchgear, among other components. The contractor must also provide all necessary accessories, fittings, and auxiliary equipment. The substation must be designed, manufactured, and tested according to the latest applicable Indian Standard/IEC standards. The tender also emphasizes the importance of safety, testing, and compliance with relevant regulations.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New Cummins DG Sets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Brand new Cummins diesel generator sets supplied and installed by Trident Services, an authorized Cummins dealer since 2004. Available in a wide range of KVA ratings for standby and prime power applications. Backed by Cummins warranty and Trident's 24/7 after-sales service.</a:t>
            </a:r>
            <a:br/>
            <a:br/>
            <a:r>
              <a:t>Key Features:</a:t>
            </a:r>
            <a:br/>
            <a:r>
              <a:t>Full range of Cummins gensets from 15 KVA to 3000 KVA. CPCB 2 and CPCB 4 emission compliant models available. PCC (Power Command Controller) control panels. AMF (Auto Mains Failure) panel integration. Factory-tested before delivery. Cummins warranty with Trident after-sales support.</a:t>
            </a:r>
            <a:br/>
            <a:br/>
            <a:r>
              <a:t>Applications:</a:t>
            </a:r>
            <a:br/>
            <a:r>
              <a:t>Standby and prime power for industries, data centers, hospitals, hotels, real estate, manufacturing plants, telecom towers, and railways. Critical power backup for government and defense installations.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Power Management Solutions (PMS)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Comprehensive power management solutions including Smart Energy Meters, Hybrid Power Management Systems, and Static VAR Generators. Designed to optimize energy efficiency, manage load distribution, and improve power quality for industrial and commercial customers.</a:t>
            </a:r>
            <a:br/>
            <a:br/>
            <a:r>
              <a:t>Key Features:</a:t>
            </a:r>
            <a:br/>
            <a:r>
              <a:t>Smart Energy Meter for real-time consumption tracking. Hybrid Power Management Solution for integrating multiple power sources. Static VAR Generator (SVG) for power factor correction and reactive power compensation. Load balancing and demand management. Integration with DG sets, solar, and grid supply.</a:t>
            </a:r>
            <a:br/>
            <a:br/>
            <a:r>
              <a:t>Applications:</a:t>
            </a:r>
            <a:br/>
            <a:r>
              <a:t>Manufacturing plants requiring power factor improvement. Industries needing load management and energy cost reduction. Data centers and hospitals requiring uninterrupted, high-quality power. Railways and utilities needing smart metering and reactive power correction.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Genuine Cummins Spare Parts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Original Cummins engine spare parts sourced directly from Cummins India Limited. Ensures engine performance, longevity, and warranty compliance. Covers the full range of Cummins engine families used in diesel generators and industrial applications.</a:t>
            </a:r>
            <a:br/>
            <a:br/>
            <a:r>
              <a:t>Key Features:</a:t>
            </a:r>
            <a:br/>
            <a:r>
              <a:t>100% genuine Cummins-sourced parts. Full range including filters, belts, injectors, fuel pumps, turbochargers, alternator parts, and control system components. Fast availability through Trident's parts inventory. Compatible with all Cummins engine families.</a:t>
            </a:r>
            <a:br/>
            <a:br/>
            <a:r>
              <a:t>Applications:</a:t>
            </a:r>
            <a:br/>
            <a:r>
              <a:t>Maintenance and repair of Cummins diesel generators and industrial engines. Preventive maintenance contracts (AMC). Emergency breakdown support. Engine overhauling and refurbishment projects.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Fuel Management System (FMS)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Advanced digital fuel tracking and monitoring system (Datum FMS) for diesel generators and fuel storage tanks. Provides real-time visibility into fuel consumption, theft detection, and inventory management. Helps organizations eliminate fuel pilferage and optimize generator operations.</a:t>
            </a:r>
            <a:br/>
            <a:br/>
            <a:r>
              <a:t>Key Features:</a:t>
            </a:r>
            <a:br/>
            <a:r>
              <a:t>Real-time fuel level monitoring. Fuel theft and anomaly detection alerts. Remote monitoring via cloud dashboard. Integration with DG sets and fuel tanks. Automated reports on consumption patterns. SMS and email alerts for critical events.</a:t>
            </a:r>
            <a:br/>
            <a:br/>
            <a:r>
              <a:t>Applications:</a:t>
            </a:r>
            <a:br/>
            <a:r>
              <a:t>Diesel generator fuel monitoring in industries, data centers, telecom towers, hospitals, and railways. Ideal for organizations with multiple generators or large fuel inventories needing centralized visibility and theft prevention.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Battery Energy Storage System (BESS)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Cummins-backed Battery Energy Storage System for on-grid and off-grid applications. One of the few BESS solutions suitable for true off-grid use. Stores excess energy from renewable sources like solar and wind and releases it when needed, ensuring grid stability and uninterrupted power supply. Ideal for commercial, industrial, and utility-scale applications across Pune, Mumbai, Thane, Kolhapur, and surrounding regions.</a:t>
            </a:r>
            <a:br/>
            <a:br/>
            <a:r>
              <a:t>Key Features:</a:t>
            </a:r>
            <a:br/>
            <a:r>
              <a:t>True on-grid and off-grid capability. Plug-and-play integration with Cummins DER product range, pre-validated at factory. Global Cummins distribution and service network. Power Integration Centre (PIC) for testing and optimizing before commissioning. Over 100 years of Cummins power systems reliability. Supports solar integration and standalone storage units.</a:t>
            </a:r>
            <a:br/>
            <a:br/>
            <a:r>
              <a:t>Applications:</a:t>
            </a:r>
            <a:br/>
            <a:r>
              <a:t>Renewable energy storage for solar and wind plants. Power backup for commercial and industrial facilities. Grid stabilization for utilities. Off-grid power solutions for remote locations. Reducing electricity bills through peak shaving and load shifting. Railways, data centers, hospitals, and manufacturing plants.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About Trident Services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Trident Services Pvt Ltd is an authorized Cummins dealer since 2004, promoted by three Ex-General Managers of Cummins India Limited with 23 years of experience.</a:t>
            </a:r>
            <a:br/>
            <a:br/>
            <a:r>
              <a:t>Headquartered in Pune, Maharashtra, we serve clients across Pune, Mumbai, Thane, Kolhapur, Satara, and surrounding regions.</a:t>
            </a:r>
            <a:br/>
            <a:br/>
            <a:r>
              <a:t>We provide end-to-end solutions including supply, installation, commissioning, and 24/7 after-sales support for all Cummins products.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Our Services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 24x7 Service Availability</a:t>
            </a:r>
            <a:br/>
            <a:r>
              <a:t>• 4-Hour Service Response Guarantee</a:t>
            </a:r>
            <a:br/>
            <a:r>
              <a:t>• Annual Maintenance Contracts (AMC)</a:t>
            </a:r>
            <a:br/>
            <a:r>
              <a:t>• Engine &amp; Alternator Overhauling</a:t>
            </a:r>
            <a:br/>
            <a:r>
              <a:t>• Fuel System Repair &amp; Calibration</a:t>
            </a:r>
            <a:br/>
            <a:r>
              <a:t>• Express Service Van</a:t>
            </a:r>
            <a:br/>
            <a:r>
              <a:t>• Cummins Ashwashan Extended Warranty</a:t>
            </a:r>
            <a:br/>
            <a:r>
              <a:t>• Paid / Call Base Services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Why Choose Trident Services?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 Authorized Cummins Dealer since 2004</a:t>
            </a:r>
            <a:br/>
            <a:r>
              <a:t>✓ Promoted by Ex-Cummins General Managers with 23 years experience</a:t>
            </a:r>
            <a:br/>
            <a:r>
              <a:t>✓ 24/7 availability with 4-hour response guarantee</a:t>
            </a:r>
            <a:br/>
            <a:r>
              <a:t>✓ Serving Railways, Manufacturing, Data Centers, Healthcare &amp; Real Estate</a:t>
            </a:r>
            <a:br/>
            <a:r>
              <a:t>✓ Complete lifecycle support — supply, install, maintain</a:t>
            </a:r>
            <a:br/>
            <a:r>
              <a:t>✓ Genuine Cummins parts and certified technicians</a:t>
            </a:r>
            <a:br/>
            <a:r>
              <a:t>✓ Coverage across Maharashtra including Pune, Mumbai, Kolhapur, Satara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CFB"/>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a:spAutoFit/>
          </a:bodyPr>
          <a:lstStyle/>
          <a:p>
            <a:pPr>
              <a:defRPr sz="2800" b="1">
                <a:solidFill>
                  <a:srgbClr val="000000"/>
                </a:solidFill>
              </a:defRPr>
            </a:pPr>
            <a:r>
              <a:t>Contact Us</a:t>
            </a:r>
          </a:p>
        </p:txBody>
      </p:sp>
      <p:sp>
        <p:nvSpPr>
          <p:cNvPr id="3" name="Rectangle 2"/>
          <p:cNvSpPr/>
          <p:nvPr/>
        </p:nvSpPr>
        <p:spPr>
          <a:xfrm>
            <a:off x="457200" y="1188720"/>
            <a:ext cx="10972800" cy="18288"/>
          </a:xfrm>
          <a:prstGeom prst="rect">
            <a:avLst/>
          </a:prstGeom>
          <a:solidFill>
            <a:srgbClr val="C5C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5029200"/>
          </a:xfrm>
          <a:prstGeom prst="rect">
            <a:avLst/>
          </a:prstGeom>
          <a:noFill/>
        </p:spPr>
        <p:txBody>
          <a:bodyPr wrap="square">
            <a:spAutoFit/>
          </a:bodyPr>
          <a:lstStyle/>
          <a:p>
            <a:pPr>
              <a:defRPr sz="1400">
                <a:solidFill>
                  <a:srgbClr val="444444"/>
                </a:solidFill>
              </a:defRPr>
            </a:pPr>
            <a:r>
              <a:t>Head Office:</a:t>
            </a:r>
            <a:br/>
            <a:r>
              <a:t>Triden House, Survey No. 116, Mumbai-Bangalore Highway, Warje, Pune 411 058</a:t>
            </a:r>
            <a:br/>
            <a:br/>
            <a:r>
              <a:t>Navi Mumbai Office:</a:t>
            </a:r>
            <a:br/>
            <a:r>
              <a:t>EL 54, TTC Industrial Area, Mahape, Navi Mumbai 400 710</a:t>
            </a:r>
            <a:br/>
            <a:br/>
            <a:r>
              <a:t>Phone: +91 20 66266222 / 23</a:t>
            </a:r>
            <a:br/>
            <a:r>
              <a:t>Email: customercare@tridents.net</a:t>
            </a:r>
            <a:br/>
            <a:r>
              <a:t>After Hours: +91 98509 08146</a:t>
            </a:r>
            <a:br/>
            <a:r>
              <a:t>Website: www.tridentservices.co.in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