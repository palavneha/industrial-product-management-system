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RECD (Retrofit Emission Control Device)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Emission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revolutionary clean air solution for diesel Genset customers. Designed using electrostatic precipitation (fetterless technology), RECD helps older Gensets (CPCB 1: 2004–2014 and CPCB 2: 2014–2023) comply with modern emission regulations without complete replacement. Reduces Particulate Matter (PM), Hydrocarbons (HC), and Carbon Monoxide (CO) by over 70%, fully aligned with National Green Tribunal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manual cleaning or filter replacement. No choking, water, chemical, or solvent usage. Low maintenance. Energy efficient — no active regeneration needed. No dependency on exhaust temperature. Remote installation possible. Onboard diagnostics and IoT telematics with cloud-based push notifications. Separated particulate matter can be reused as raw material in paint, dye, and plastics industry. All-weatherproof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Diesel generator sets (DG Sets) in industries, commercial establishments, data centers, hospitals, railways, and government installations. Suitable for CPCB 1 and CPCB 2 compliant gensets. Ideal for organizations needing to comply with pollution control regulations.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