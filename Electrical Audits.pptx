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Electrical Audits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audits of electrical systems to ensure compliance, safety, and optimal performance. Identifies energy saving opportunities and safety hazards.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electrical system inspection. Thermal imaging of panels and connections. Power quality analysis. Energy audit and saving recommendations. Safety compliance report. Detailed audit report with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industrial plants, commercial buildings, government facilities requiring safety compliance verification, energy optimization, or insurance audits.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