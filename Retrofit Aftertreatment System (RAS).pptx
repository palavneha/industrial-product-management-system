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Retrofit Aftertreatment System (RAS)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Emission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retrofit aftertreatment system for diesel generator sets to reduce exhaust emissions and comply with CPCB and NGT pollution norms. Designed for integration with existing gensets without major engine modifications.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Reduces PM, HC, and CO emissions significantly. Compatible with CPCB 1 and CPCB 2 gensets. Minimal impact on DG operational efficiency. Robust and weatherproof design. IoT-enabled monitoring.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Industries, hospitals, data centers, and railways with diesel generators needing to comply with CPCB 4 and NGT emission norms. Government and defense installations subject to environmental regulations.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